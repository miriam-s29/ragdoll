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-84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2C94BCA-B6C1-4565-9AD3-EF64E0B2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xmlns="" id="{36EBF7A4-CCEC-40EB-80BB-B8C49A649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A4EAC107-12F9-44E0-A179-AB80004E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6D5206F6-301B-4EBC-BCA5-E82713A9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7642B4D5-AF26-4B82-8952-7C5AD0F1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50403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3A3DE2CA-EB7A-4E19-8631-2409E93B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xmlns="" id="{5DF8B1BF-E46A-4B38-9DAF-79B7A358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C905FD22-7C38-48E5-A1EB-BB4912F0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2F434878-A2D0-4881-9F88-4426A9F9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4B497012-FFD4-4767-86CC-4BED419B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66584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380BC521-1B42-4302-9B51-1644A683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xmlns="" id="{3B55DEF3-30F2-4D1C-A094-CE73C881F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3D543D8E-3BDC-437B-ADC1-3497E44C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CE5BE074-CB1D-4EAE-80A4-4F904581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EC8C4EC1-5753-4128-BFF0-323863C0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33226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272EA909-2385-4085-A71C-F74DA6A5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xmlns="" id="{4A3C4977-1714-4452-A7D4-E04137768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xmlns="" id="{570AFB93-1667-46C1-A1D8-14A87E46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FEEB3A7C-E18E-4A9C-B037-FE68AE0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3CD3668D-C8B7-4868-8B39-7710955B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9CC5CBBC-E99F-4A8E-9905-DCC222CD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6240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DE615C7A-EBE0-425C-9A03-0B06F8D8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xmlns="" id="{DBCC740C-E49E-4704-A0F5-5775B7935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xmlns="" id="{58006690-9C7D-478D-A913-19A669532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xmlns="" id="{EFFC68AD-9266-449E-B558-8A2B7F67D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xmlns="" id="{F9C9205D-87B9-4C54-9549-D0B673BDE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xmlns="" id="{4036C602-5090-4580-A20C-9BC7DC8D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xmlns="" id="{E6C03194-7663-47B3-AE58-0580279F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xmlns="" id="{1F8B5500-DB03-4B72-9C91-04EC7C68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62444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155831D-3CD7-48B2-B713-D1AE55E8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xmlns="" id="{021B8570-8C14-4CCF-954D-93D1023F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xmlns="" id="{A7F38BA0-6EB1-4B4B-982C-BD84892A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xmlns="" id="{53E7F0FC-1C39-4CC7-A4C2-2A313655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64206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xmlns="" id="{B251EEC3-44DA-49EC-A7D8-48C98DC0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xmlns="" id="{D5649C68-B7B0-4EE8-BA32-65AB43C7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xmlns="" id="{202FB0D1-5EEB-4CB4-8388-C54CC932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96215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64C7E6B2-5CC9-42C6-B8F9-9436D3D9B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xmlns="" id="{276EC97E-F681-407C-B174-EDB2A3705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xmlns="" id="{AA4D4FE1-43BB-4034-86CB-4693914BD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D07C464A-1F87-492D-B3AB-19677869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7905E682-7A6B-42FD-BBFA-D151FAD5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92A5A0B6-2C21-4DB2-863E-0806FCC4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4238576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F74BCA4B-CBFA-4CA6-8E88-BD5A2A75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xmlns="" id="{745F9910-18B8-4AA2-980C-0B931A1C0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xmlns="" id="{5690A75E-2515-4C13-8096-58A872806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94165030-0CA3-44AC-B22B-314E2729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1EC097FF-3BBB-4451-AF03-5DD9C24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88BC0766-4C96-48F6-859D-904905E2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213446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AD4DF6DE-5878-4B56-B1AC-5B27DF15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xmlns="" id="{6DC04C59-54B8-4DDF-8AE1-377C1BC4D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9DC4BBBE-BDC3-4A55-8204-2035CDEF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7770D11F-C37C-4AE5-912B-A995EAB5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88ADF04C-74A0-416F-9739-38C983B1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9058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xmlns="" id="{F6D14974-181F-4EC4-8428-C1966102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xmlns="" id="{97CCC858-9890-4E1D-B4F0-510AF6DCA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5398CFBF-F0DC-409B-BA1E-741609ED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3DA10303-3244-4DFD-939B-6D7EEB0B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C990DD1F-0848-4FA0-AB66-CC14EE95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15868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xmlns="" id="{20D3FB6A-AF4F-496D-AD23-03E009B4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xmlns="" id="{DFEEAF53-BF67-49DF-B2D8-EDA9FBD1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DDB00E8D-6F79-4D3E-8CE2-4F3CDE7CD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8B0B2-71A2-44D4-9464-0DC8C8B33479}" type="datetimeFigureOut">
              <a:rPr lang="cs-CZ" smtClean="0"/>
              <a:pPr/>
              <a:t>08.11.2025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82BCDC27-D322-4E56-A5D2-506AB65D8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4DC13FEE-970E-4C85-859D-BE36A6940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20EC-C1AB-40FE-A5FF-581E3A70E34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306036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ovéPole 7">
            <a:extLst>
              <a:ext uri="{FF2B5EF4-FFF2-40B4-BE49-F238E27FC236}">
                <a16:creationId xmlns:a16="http://schemas.microsoft.com/office/drawing/2014/main" xmlns="" id="{FDFA008D-825E-4D11-80E7-C3BC9E0B87B3}"/>
              </a:ext>
            </a:extLst>
          </p:cNvPr>
          <p:cNvSpPr txBox="1"/>
          <p:nvPr/>
        </p:nvSpPr>
        <p:spPr>
          <a:xfrm>
            <a:off x="393700" y="165100"/>
            <a:ext cx="11798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u="sng" dirty="0"/>
              <a:t>Statické webové stránky – zadání</a:t>
            </a:r>
          </a:p>
          <a:p>
            <a:endParaRPr lang="cs-CZ" sz="800" dirty="0"/>
          </a:p>
          <a:p>
            <a:r>
              <a:rPr lang="cs-CZ" sz="2400" dirty="0"/>
              <a:t>Vytvořte webové stránky na téma dle vlastního výběru – rodina, mé koníčky, popř. fiktivní osoba, firma atd.</a:t>
            </a:r>
          </a:p>
          <a:p>
            <a:endParaRPr lang="cs-CZ" sz="800" dirty="0"/>
          </a:p>
          <a:p>
            <a:r>
              <a:rPr lang="cs-CZ" sz="2400" b="1" dirty="0"/>
              <a:t>Rozsah: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5 stran – 1 hlavní + 4 vedlejší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Každá strana ať obsahuje 3 „</a:t>
            </a:r>
            <a:r>
              <a:rPr lang="cs-CZ" sz="2400" dirty="0" err="1"/>
              <a:t>pododkazy</a:t>
            </a:r>
            <a:r>
              <a:rPr lang="cs-CZ" sz="2400" dirty="0"/>
              <a:t>“ - vedlejší stránky 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Na každé straně MINIMÁLNĚ 2 odstavce po 5 větách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Obrázky – množství dle obsahu a úvahy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Video – množství dle obsahu a úvahy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Odkazy – množství dle obsahu a úvahy</a:t>
            </a:r>
          </a:p>
          <a:p>
            <a:pPr marL="285750" indent="-285750">
              <a:buFontTx/>
              <a:buChar char="-"/>
            </a:pPr>
            <a:r>
              <a:rPr lang="cs-CZ" sz="2400" dirty="0"/>
              <a:t>seznam – množství dle obsahu a úvahy</a:t>
            </a:r>
          </a:p>
          <a:p>
            <a:endParaRPr lang="cs-CZ" sz="800" dirty="0"/>
          </a:p>
          <a:p>
            <a:r>
              <a:rPr lang="cs-CZ" sz="2400" dirty="0"/>
              <a:t>Pro základní text v souborech „.html“  použijte tagy z „HTML-tagy-souhrn“ </a:t>
            </a:r>
          </a:p>
          <a:p>
            <a:r>
              <a:rPr lang="cs-CZ" sz="2400" dirty="0"/>
              <a:t>Grafická úpravu proveďte pomocí znaků uvedených v souboru „CSS-tagy-souhrn“  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xmlns="" id="{810B4D75-8B7D-47AC-BFE5-D0807C752B0A}"/>
              </a:ext>
            </a:extLst>
          </p:cNvPr>
          <p:cNvSpPr txBox="1"/>
          <p:nvPr/>
        </p:nvSpPr>
        <p:spPr>
          <a:xfrm>
            <a:off x="2207540" y="5858933"/>
            <a:ext cx="7641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>
                <a:solidFill>
                  <a:srgbClr val="FF0000"/>
                </a:solidFill>
              </a:rPr>
              <a:t>ODEVZDÁNÍ V TÝDNU 10.-14.11.2025 NA HODINĚ.</a:t>
            </a:r>
          </a:p>
        </p:txBody>
      </p:sp>
    </p:spTree>
    <p:extLst>
      <p:ext uri="{BB962C8B-B14F-4D97-AF65-F5344CB8AC3E}">
        <p14:creationId xmlns:p14="http://schemas.microsoft.com/office/powerpoint/2010/main" xmlns="" val="314595158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Vlastní</PresentationFormat>
  <Paragraphs>16</Paragraphs>
  <Slides>1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2" baseType="lpstr">
      <vt:lpstr>Motiv Office</vt:lpstr>
      <vt:lpstr>Snímek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Jiří Hulička</dc:creator>
  <cp:lastModifiedBy>skach</cp:lastModifiedBy>
  <cp:revision>14</cp:revision>
  <dcterms:created xsi:type="dcterms:W3CDTF">2025-09-26T10:24:56Z</dcterms:created>
  <dcterms:modified xsi:type="dcterms:W3CDTF">2025-11-08T15:31:00Z</dcterms:modified>
</cp:coreProperties>
</file>